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Calibri"/>
              </a:rPr>
              <a:t>SENA Schedule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Guía Visual del Mockup  ·  5 Pantallas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5029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22222"/>
                </a:solidFill>
                <a:latin typeface="Calibri"/>
              </a:rPr>
              <a:t>01  Dashboard Principal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02  Calendario Semanal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03  Formulario de Horario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04  Instructores + Fichas</a:t>
            </a:r>
          </a:p>
          <a:p>
            <a:r>
              <a:rPr sz="1400">
                <a:solidFill>
                  <a:srgbClr val="222222"/>
                </a:solidFill>
                <a:latin typeface="Calibri"/>
              </a:rPr>
              <a:t>05  Ambientes + Observaciones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Servicio Nacional de Aprendizaje  ·  SENA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Dashboard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Pantalla 01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05840"/>
            <a:ext cx="5303520" cy="100584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Conflictos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Horarios bloqueados por colisión (últ. 24 h)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303520" cy="100584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078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Ambientes Fuera de Servicio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813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Ambientes en Mantenimiento o Inactivo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5303520" cy="100584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359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Fichas Sin Cubrir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61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Fichas sin todos sus horarios de la semana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5303520" cy="1005840"/>
          </a:xfrm>
          <a:prstGeom prst="rect">
            <a:avLst/>
          </a:prstGeom>
          <a:noFill/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359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Instructores al Límite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61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Consumieron ≥ 90% de su carga semanal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474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Botón: + Nuevo Horario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alibri"/>
              </a:rPr>
              <a:t>Mini-Calendario Semanal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13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L    M    X    J    V    S   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Barra de navegación principal:  Dashboard  |  Horarios  |  Instructores  |  Fichas  |  Ambientes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Calendario Semanal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Pantalla 02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Filtros: ▾ Semana   ▾ Ficha   ▾ Instructor   ▾ Ambiente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HORA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LUN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417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17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MIÉ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417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JUE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VIE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Calibri"/>
              </a:rPr>
              <a:t>SÁB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07:00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08:00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09:00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10:00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11:00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17373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AF-2310 / J. Pérez / Aula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24028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CONFLICTO — AF-1201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24028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AF-1820 / L. Torres / Lab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MANT. — Taller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960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Panel lateral (al hacer clic en sesión):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417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Ficha: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1417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AF-2310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8013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Instructor: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8013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J. Pérez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85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Ambiente: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854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Aula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694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Hora: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5694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07:00 – 09:00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0175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Acciones: ✎ Editar   ✖ Eliminar   Ver Observaciones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Leyenda:  ■ Sesión normal   ■ Conflicto   ■ Bloqueado / Mantenimiento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Formulario de Horario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Pantalla 03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alibri"/>
              </a:rPr>
              <a:t>Ficha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005840"/>
            <a:ext cx="457200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0058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▾  Código SENA – Programa de 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alibri"/>
              </a:rPr>
              <a:t>Instructor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645920"/>
            <a:ext cx="457200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1645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▾  Nombre  [PLANTA] / [CONTRATISTA]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alibri"/>
              </a:rPr>
              <a:t>Ambiente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286000"/>
            <a:ext cx="457200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2286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▾  Solo ambientes Disponibles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alibri"/>
              </a:rPr>
              <a:t>Fecha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926080"/>
            <a:ext cx="457200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29260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📅 Fecha  |  ⏰ Inicio  |  ⏰ Fin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alibri"/>
              </a:rPr>
              <a:t>Tema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566160"/>
            <a:ext cx="457200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35661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Texto libre (máx. 300 caracteres)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Carga horaria del instructor:  78%  (31 h / 40 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⚠  Panel de alertas: Se activa si hay conflicto de lugar, instructor, capacidad o límite horario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[ Cancelar ]    [ Guardar sesión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960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Reglas de Validación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417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RN-001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Ambiente ya ocupado → bloque rojo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19202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RN-002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Instructor ya asignado → bloque rojo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4231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RN-003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Grupo &gt; capacidad → ambiente gris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9260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RN-004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Solo ambientes Disponibles en selector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4290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RN-005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429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Contratista: máx. 40 h/sem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931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RN-006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31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Planta: máx. 48 h/sem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4348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RN-007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34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Hora Fin ≤ Inicio → campo rojo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9377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RN-008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937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Entidad con sesiones activas → eliminar bloqueado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Instructores + Fichas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Pantalla 04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Tabla de Instructores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N.° Doc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Nombre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Contrato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Especialidad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Acciones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1.234.567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Jorge Pérez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190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PLANTA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719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Sistemas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19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6654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9.876.543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066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Laura Torres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0665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CONTRATISTA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0665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Diseño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665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140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4.321.000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414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Marcos Ruiz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4140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PLANTA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414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Electrónica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140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96012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Formulario de Instructor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417320"/>
            <a:ext cx="420624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0" y="14173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N.° de documento  |  Tipo [CC / CE / Pasaporte]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1828800"/>
            <a:ext cx="420624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0" y="18288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Nombre completo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240280"/>
            <a:ext cx="420624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0" y="224028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Tipo de contrato  →  Límite: 40 h (Contratista) / 48 h (Planta)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2651760"/>
            <a:ext cx="4206240" cy="347472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0" y="26517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Especialidad  |  Email  |  Teléfono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1272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Badges de Contrato: PLANTA  |  CONTRATISTA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017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Tabla de Fichas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4015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Código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3401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Programa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34015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Cohorte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4015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Aprendices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401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Fechas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401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Acciones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2310456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Adm. de Empresas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37490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2024-A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37490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Ene–Jun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37490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09651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1820321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" y="409651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Diseño Gráfico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4096511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2024-B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096511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409651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Feb–Ago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09651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Formulario de Ficha: Código · Programa · Cohorte · N.° aprendices · Fechas de inicio y fin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alibri"/>
              </a:rPr>
              <a:t>Ambientes + Observaciones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555555"/>
                </a:solidFill>
                <a:latin typeface="Calibri"/>
              </a:rPr>
              <a:t>Pantalla 05 / 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Tabla de Ambientes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Nombre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Capacidad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Estado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alibri"/>
              </a:rPr>
              <a:t>Acciones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Aula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719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19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19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DISPONIBLE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719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665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Taller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66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066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Taller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665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MANTENIMIENTO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0665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14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Lab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140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414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Laboratorio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414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DISPONIBLE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4140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7614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Auditorio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7614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761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Auditorio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7614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INACTIVO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7614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✎  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00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* Mantenimiento e Inactivo no aparecen en el selector de horarios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6118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Formulario de Ambiente: Nombre · Capacidad · Tipo · Estado · Descripción (opcional)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9601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Observaciones — AF-2310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1417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[NOTA]  M. González · 20 May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17647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Sesión reprogramada por feriado.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24231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[INCIDENCIA]  J. Pérez · 18 May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7706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Proyector sin funcionamiento. Se usó sala alterna.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429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[CAMBIO]  Admin · 15 May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77647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Cambio de instructor: L. Torres reemplaza a J. Pérez.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Nueva observación: Autor · Tipo · Texto (máx. 1000 c.) · [ Guardar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643</Words>
  <Application>Microsoft Office PowerPoint</Application>
  <PresentationFormat>Personalizado</PresentationFormat>
  <Paragraphs>171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BRENDA</dc:creator>
  <cp:keywords/>
  <dc:description>generated using python-pptx</dc:description>
  <cp:lastModifiedBy>Brenda Galeano</cp:lastModifiedBy>
  <cp:revision>2</cp:revision>
  <dcterms:created xsi:type="dcterms:W3CDTF">2013-01-27T09:14:16Z</dcterms:created>
  <dcterms:modified xsi:type="dcterms:W3CDTF">2026-05-23T16:15:19Z</dcterms:modified>
  <cp:category/>
</cp:coreProperties>
</file>